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2FB8C6-1862-5EE2-3176-DC073164D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EAA5D00-9821-B44C-6FE6-FE5FD2A85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47A69D-5FF7-6196-7387-8F76987CE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0639BC-551C-7C2A-5A59-9EF70C0A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A11E20-9D73-DEC9-51F5-CA0C00F2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746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EA0949-88D7-427E-DEC8-70965037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524BF-EFA9-7541-A60E-798BD891D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E492B2-433D-7A5F-5528-2A0A44D79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9CC609-F9A2-160E-1D78-E8C97105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6409F6-6DD8-2970-D59A-35028597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647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EC402-86F2-62C6-F1B2-70B07613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102C6C-DCE2-BC4A-9D03-54CB88AE5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87317A-6A15-A7C6-C040-47E7A1AE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E0F087-F884-083E-1899-8388CA7E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3482C4-8C1D-84F3-9D25-90A28C27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34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BA4F37-781B-BE1D-A160-F9DB9504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B1A141-D2D5-B89F-75D9-16EF0A7C4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FAFCDE3-73E5-3A39-F772-B7AC04311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1F4A6B-4AA7-30DD-81C9-AF09D12C2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699B9A-852B-1B5D-C1EF-B1211C21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AF45964-97F1-3AD8-18E7-0BA24B31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180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44EF6-E305-F8C1-4D05-9B361F721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79DAAD-3DD5-36D1-9C40-48AF3E8E1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12256D-BF18-838E-8EC6-B71E923FD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036C881-C7A7-CB66-F462-188591BD4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67C20D1-F0DB-B8FF-3A6B-619ED397D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C254718-115E-BCBE-84C1-537A28DE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F8D282-A445-EBC1-C884-21D5C213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5DBBCE-F161-AB2F-E752-6F4F50FB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52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FF5225-9F94-FCA0-64FD-5D5584BC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6BBC7E3-0FB2-615A-791C-CD51E8856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0EB32D6-0CDC-F92F-154D-90106E66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2D0622-B9CC-9666-B219-CDF83786F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7968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DA5E6-FA9E-CC15-60BE-00994E3BF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780258B-DFCB-768C-E802-F057F2A7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8A498E-9F2D-86BF-77F7-26BAE0A8F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78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7514E4-078E-271B-CB85-7772B906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B524D0-9B62-BBE3-0393-DDDA89EC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F1E9559-C122-4D51-7BC7-9B8095C15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6CE4D9-B614-3175-9718-F2F54773A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D14BDBA-DB8C-3490-8A98-9698DC3DB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30008F-24D7-2A10-3BCA-85B272AB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79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B3913A-09A0-5612-D8FF-5695AA25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F6270F3-FC21-2AED-5367-49068A93A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F0F70FC-737F-2D23-B3CC-3020095A6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D440D8-3ADA-FEEC-9B17-4D660A82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DDF22C8-A0E2-A81A-2DAE-9A6632EB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59768C-DF77-E730-6A1D-91EAF466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69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C4670B-5C92-A899-30B0-89792816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77F1DF7-BA97-7D5C-AFE3-E8C260B9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DF073D-A021-52E9-2715-95E2AF9A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DE6F26-C682-5559-4BD0-3A78068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C8643E-106E-19B5-0221-CBE2AE63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7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0AC1345-A21E-787D-B3D7-9B6F80235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7F17E7B-9AD0-CC11-63A2-4ED0F659B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0DB518-6904-C720-D9D0-082446B4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46AF77-9AFF-5942-C58D-33FEFE365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7A5E06-9625-F109-AB72-7D8E8EEBC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997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4D90E73-D52B-662E-6257-7289AA97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532637-13FE-3420-9688-6E32E7512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28C0DD-4C6C-91F0-DE22-D3F77F63F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AC5B-D5E1-4D4A-AABC-A46C7BF87E48}" type="datetimeFigureOut">
              <a:rPr lang="zh-TW" altLang="en-US" smtClean="0"/>
              <a:t>2023/6/28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8F7062-9764-6DC3-4CE1-24E86019F7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79A864-89C5-E5B8-7A28-57552A299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4A074-ACE6-42C3-A4C3-064D18B51D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9974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342440F-AFCF-28D6-24FB-94E04DC08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2525"/>
            <a:ext cx="4080000" cy="306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14E2F02-5C49-DBD0-B465-79828DB52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913" y="1152525"/>
            <a:ext cx="4080000" cy="306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0BD679D-174A-3BBD-3C7B-90E31D7BD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000" y="1152525"/>
            <a:ext cx="4080000" cy="3060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9542AB5-F919-645A-BDE8-893643384B44}"/>
              </a:ext>
            </a:extLst>
          </p:cNvPr>
          <p:cNvSpPr txBox="1"/>
          <p:nvPr/>
        </p:nvSpPr>
        <p:spPr>
          <a:xfrm>
            <a:off x="1662653" y="4212525"/>
            <a:ext cx="7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SYK02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AE122C2-7CB3-78E8-A3B9-008B68F21538}"/>
              </a:ext>
            </a:extLst>
          </p:cNvPr>
          <p:cNvSpPr txBox="1"/>
          <p:nvPr/>
        </p:nvSpPr>
        <p:spPr>
          <a:xfrm>
            <a:off x="5718653" y="4247266"/>
            <a:ext cx="7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SYK03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8B8BDD4-1063-3514-BB3D-A3D6A7CEE9FF}"/>
              </a:ext>
            </a:extLst>
          </p:cNvPr>
          <p:cNvSpPr txBox="1"/>
          <p:nvPr/>
        </p:nvSpPr>
        <p:spPr>
          <a:xfrm>
            <a:off x="10033478" y="4212193"/>
            <a:ext cx="7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SYK05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F6C99AC0-5C58-B6EF-F9F8-464A82DBB77F}"/>
              </a:ext>
            </a:extLst>
          </p:cNvPr>
          <p:cNvSpPr txBox="1"/>
          <p:nvPr/>
        </p:nvSpPr>
        <p:spPr>
          <a:xfrm>
            <a:off x="0" y="6488668"/>
            <a:ext cx="1864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Timestamp= 3600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120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B48CEAF-1F5D-703B-0419-AF36838B6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3840000" cy="28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99C7460-DDF8-CB1D-3068-15DB56609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5739" y="0"/>
            <a:ext cx="3840000" cy="288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06413AC-0D9F-D349-BB63-3346762DC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2003" y="0"/>
            <a:ext cx="3840000" cy="288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5E6C74-33B7-B3F0-191B-E830A78B33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926" y="3429000"/>
            <a:ext cx="3840000" cy="2880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9D05F0E-B74E-5756-4DCC-06407BD94E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075" y="3429000"/>
            <a:ext cx="3840000" cy="288000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201C1E-8F49-0DCE-AC27-B4E5BC073015}"/>
              </a:ext>
            </a:extLst>
          </p:cNvPr>
          <p:cNvSpPr txBox="1"/>
          <p:nvPr/>
        </p:nvSpPr>
        <p:spPr>
          <a:xfrm>
            <a:off x="1542652" y="296983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YD04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7F9C2E6-B79C-E278-6A30-0AF5307EBFD2}"/>
              </a:ext>
            </a:extLst>
          </p:cNvPr>
          <p:cNvSpPr txBox="1"/>
          <p:nvPr/>
        </p:nvSpPr>
        <p:spPr>
          <a:xfrm>
            <a:off x="5759209" y="296983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YD05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C1DA8BB-F59C-9919-3569-F8134712B323}"/>
              </a:ext>
            </a:extLst>
          </p:cNvPr>
          <p:cNvSpPr txBox="1"/>
          <p:nvPr/>
        </p:nvSpPr>
        <p:spPr>
          <a:xfrm>
            <a:off x="9935212" y="2969833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YD06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EACAB94-EA88-461D-19F5-8EE9BA002C24}"/>
              </a:ext>
            </a:extLst>
          </p:cNvPr>
          <p:cNvSpPr txBox="1"/>
          <p:nvPr/>
        </p:nvSpPr>
        <p:spPr>
          <a:xfrm>
            <a:off x="3620135" y="6309000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YD07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36A422A-0EE8-3DFE-5150-E60519D46BB2}"/>
              </a:ext>
            </a:extLst>
          </p:cNvPr>
          <p:cNvSpPr txBox="1"/>
          <p:nvPr/>
        </p:nvSpPr>
        <p:spPr>
          <a:xfrm>
            <a:off x="8015212" y="6310724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YD21</a:t>
            </a:r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DF8B53A-30D4-E3EC-C804-1501AE0FA3DE}"/>
              </a:ext>
            </a:extLst>
          </p:cNvPr>
          <p:cNvSpPr txBox="1"/>
          <p:nvPr/>
        </p:nvSpPr>
        <p:spPr>
          <a:xfrm>
            <a:off x="-1" y="6412468"/>
            <a:ext cx="1864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Timestamp= 3600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847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9D53B04-F28A-6E94-1003-7C8FA6E451BE}"/>
              </a:ext>
            </a:extLst>
          </p:cNvPr>
          <p:cNvSpPr txBox="1"/>
          <p:nvPr/>
        </p:nvSpPr>
        <p:spPr>
          <a:xfrm>
            <a:off x="0" y="6421993"/>
            <a:ext cx="1747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Timestamp= 900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9575011-8B6C-7F84-EB83-53AF11729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8" y="739135"/>
            <a:ext cx="5852172" cy="43891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986F48D-31E0-F064-D0F1-855E87434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9134"/>
            <a:ext cx="5852172" cy="438912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98B76D44-51A1-E17B-3415-93626772CCAF}"/>
              </a:ext>
            </a:extLst>
          </p:cNvPr>
          <p:cNvSpPr txBox="1"/>
          <p:nvPr/>
        </p:nvSpPr>
        <p:spPr>
          <a:xfrm>
            <a:off x="2792567" y="5128263"/>
            <a:ext cx="7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SYK02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9B44D5-978D-A6DB-2A2B-84A9FA7FE079}"/>
              </a:ext>
            </a:extLst>
          </p:cNvPr>
          <p:cNvSpPr txBox="1"/>
          <p:nvPr/>
        </p:nvSpPr>
        <p:spPr>
          <a:xfrm>
            <a:off x="8644739" y="5128263"/>
            <a:ext cx="754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SYK03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579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圖片 17">
            <a:extLst>
              <a:ext uri="{FF2B5EF4-FFF2-40B4-BE49-F238E27FC236}">
                <a16:creationId xmlns:a16="http://schemas.microsoft.com/office/drawing/2014/main" id="{DE5240F3-274F-F521-73F2-B95CD51A5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87" y="3226750"/>
            <a:ext cx="4320000" cy="3240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9D53B04-F28A-6E94-1003-7C8FA6E451BE}"/>
              </a:ext>
            </a:extLst>
          </p:cNvPr>
          <p:cNvSpPr txBox="1"/>
          <p:nvPr/>
        </p:nvSpPr>
        <p:spPr>
          <a:xfrm>
            <a:off x="0" y="6423900"/>
            <a:ext cx="1694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Timestamp=900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A3A41E0-E85A-B4C4-C0CD-4906FEE02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13" y="-179"/>
            <a:ext cx="4320000" cy="324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E4089FF-7AE0-124B-DD66-1E96AF863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87" y="-179"/>
            <a:ext cx="4320000" cy="32400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7863D28-DFF9-0981-3580-FCD4F556DA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13" y="3194150"/>
            <a:ext cx="4320000" cy="32400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3738F58E-4311-1112-AC0B-7507FDEBB8D3}"/>
              </a:ext>
            </a:extLst>
          </p:cNvPr>
          <p:cNvSpPr txBox="1"/>
          <p:nvPr/>
        </p:nvSpPr>
        <p:spPr>
          <a:xfrm>
            <a:off x="2754222" y="3122696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YD04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C39D6D4-5305-A8CC-256B-FDB36D87D231}"/>
              </a:ext>
            </a:extLst>
          </p:cNvPr>
          <p:cNvSpPr txBox="1"/>
          <p:nvPr/>
        </p:nvSpPr>
        <p:spPr>
          <a:xfrm>
            <a:off x="8764196" y="3122696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YD05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2447F9E-4EEF-6A90-E9D4-BFC4E98DB5D1}"/>
              </a:ext>
            </a:extLst>
          </p:cNvPr>
          <p:cNvSpPr txBox="1"/>
          <p:nvPr/>
        </p:nvSpPr>
        <p:spPr>
          <a:xfrm>
            <a:off x="2754222" y="6249484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YD06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3753C2B-1B6B-98C1-7C59-061C7C674208}"/>
              </a:ext>
            </a:extLst>
          </p:cNvPr>
          <p:cNvSpPr txBox="1"/>
          <p:nvPr/>
        </p:nvSpPr>
        <p:spPr>
          <a:xfrm>
            <a:off x="8764196" y="6249484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YD07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5945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26</Words>
  <Application>Microsoft Office PowerPoint</Application>
  <PresentationFormat>寬螢幕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奕丞 林</dc:creator>
  <cp:lastModifiedBy>奕丞 林</cp:lastModifiedBy>
  <cp:revision>17</cp:revision>
  <dcterms:created xsi:type="dcterms:W3CDTF">2023-06-28T05:35:04Z</dcterms:created>
  <dcterms:modified xsi:type="dcterms:W3CDTF">2023-06-28T17:14:15Z</dcterms:modified>
</cp:coreProperties>
</file>