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1E72B-6A25-70E8-5A5B-BDC36D3A7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E3DE68-27C6-CEB2-8906-FA23C32DC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FEA32E-0602-CC11-23F9-7DFD348F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1F4B8-534B-BB82-C8B4-1E452250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2B1CEB-ED2A-EAB6-3B08-79438516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41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BB49B-21BB-D543-ED49-D8C69E6A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9258DB-305E-756C-6551-9E00355BE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D4243C-F55D-62D8-A427-70D63B35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1370D2-5028-E1B9-7BC3-1CAE799B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2FA8C3-98A8-8D0F-2385-C5F7761A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83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8F6E59-F5D3-6F55-B339-D020852A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E59C3C-89CC-70A3-313B-B85E386E0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E6F06F-5684-DABE-6BAB-2DDB0952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3BC284-424C-A40F-9341-00BC9FA3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EB047F-05CB-3630-7567-3B46E448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78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54C818-2526-A49E-5E7B-4CCA03635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88C047-CAA5-0DFA-3390-833F72734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DCD78C-ED22-B2BD-F748-3DADC3932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2F289E-3DEC-8111-90EB-D8364AE6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8A773B-5F00-2FFD-313B-D69F23FD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344257-58BC-934B-23F1-EAC4E2C8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93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414231-AB87-D1D5-B387-C8A6BCBF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89E647-0F55-015B-8B56-C571369E4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403B04-6DA5-FC38-03FA-1398DAC3B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E57474B-3ED9-F228-20C4-4532B944C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42F1902-6468-E532-1E89-B2F121AC9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4B183F6-EFEC-545F-CA99-87C20F1F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72EF03-5D05-599B-DEC0-E55A7EE9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670CC40-FC83-CE8A-1AFB-BAD041DA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07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A29928-3775-A860-C8AF-98590D99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13F6886-8626-36B6-27B3-BAE7288D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B44FDF-F1FA-8F6A-77F9-EE64DAA9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84E88E-5450-BCC2-045E-4BB2F235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277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B080919-EE5A-09D9-E8B4-3681D3481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B4F9FC2-0E64-CFC7-1E11-3BDF447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284D4-00CD-3BBD-452F-4AC0B1EF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82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B552BA-A86A-7A93-AADD-C6AFD0D7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2924A3-BD1A-0C9D-57F7-84D36E69E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0F8F37-BBFA-0A8F-C6B9-55A28AEC0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8B131F-2DB8-952E-A485-C63992F4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1F2B52-EB8F-FEBB-32C7-302FCB9F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211754-13E5-8ACD-ABC2-8BB419137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3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1C2D1A-D0E8-F100-93DB-A698536C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E1D5B4A-D6CC-4800-4CBF-7318A3421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65F865-D22C-EFB1-43E3-4B959E7A5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7C397F-93F8-8559-D618-E058688F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BCAA3E-BC85-6127-EFC0-1AE21937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A01686-C6B0-8A2B-6023-63F0E6C3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8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EDC93-AE58-CC72-28B6-FD4B0328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376642E-CCC6-443F-4C34-FA5D124BE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527D23-1C35-4BF0-97E1-4F0A01E2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C7E37C-1769-FDA5-C0D7-A5F6619B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77224D-4182-2831-EABF-88175F17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477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A4800EB-BBFD-2FE1-D21C-6D22F10E0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AE2FB4-AC5E-34ED-DB30-13CE58D3C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D5E792-BB88-66D4-D2D3-BFE917A6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C7E323-3E0D-8400-B501-75939100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994F67-BB43-61A0-BEE3-E8849EA5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1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FDE41D-F6C4-8B65-CA41-21C6B07C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1ED28A-0E47-9C79-10BA-3971B3AF4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C3AB9D-2260-5246-457C-95901F9B8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EA82F-0774-4523-8D3A-22C00477EC64}" type="datetimeFigureOut">
              <a:rPr lang="zh-TW" altLang="en-US" smtClean="0"/>
              <a:t>2023/7/7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8486D0-208A-B2E4-F35F-3589DFF7F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CB5612-BF36-1CBC-A111-525CC34B9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32FE7-FBDE-403D-A531-175C69FAA1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5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643253-70B5-A2AA-BB0D-C60EA8832392}"/>
                  </a:ext>
                </a:extLst>
              </p:cNvPr>
              <p:cNvSpPr txBox="1"/>
              <p:nvPr/>
            </p:nvSpPr>
            <p:spPr>
              <a:xfrm>
                <a:off x="538409" y="1428478"/>
                <a:ext cx="5023939" cy="996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en-US" sz="3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TW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3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3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3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643253-70B5-A2AA-BB0D-C60EA8832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09" y="1428478"/>
                <a:ext cx="5023939" cy="996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07E8F6-067C-B5AF-26A1-F8183D9683DB}"/>
                  </a:ext>
                </a:extLst>
              </p:cNvPr>
              <p:cNvSpPr txBox="1"/>
              <p:nvPr/>
            </p:nvSpPr>
            <p:spPr>
              <a:xfrm>
                <a:off x="538409" y="2783760"/>
                <a:ext cx="311598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𝐹𝐹𝑇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07E8F6-067C-B5AF-26A1-F8183D968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09" y="2783760"/>
                <a:ext cx="31159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B1533C2-351A-C02E-0192-E9326B8C9BFE}"/>
                  </a:ext>
                </a:extLst>
              </p:cNvPr>
              <p:cNvSpPr txBox="1"/>
              <p:nvPr/>
            </p:nvSpPr>
            <p:spPr>
              <a:xfrm>
                <a:off x="538409" y="3608620"/>
                <a:ext cx="307186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𝑃𝑆𝐷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B1533C2-351A-C02E-0192-E9326B8C9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09" y="3608620"/>
                <a:ext cx="30718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D0D37CC-2F75-8116-FA01-2385DC2EA873}"/>
                  </a:ext>
                </a:extLst>
              </p:cNvPr>
              <p:cNvSpPr txBox="1"/>
              <p:nvPr/>
            </p:nvSpPr>
            <p:spPr>
              <a:xfrm>
                <a:off x="538409" y="4433480"/>
                <a:ext cx="4042582" cy="11202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𝐵𝑃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𝑃𝑆𝐷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D0D37CC-2F75-8116-FA01-2385DC2EA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09" y="4433480"/>
                <a:ext cx="4042582" cy="1120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F2D0B8E-0DF9-F933-16DE-52AA72F0830A}"/>
                  </a:ext>
                </a:extLst>
              </p:cNvPr>
              <p:cNvSpPr txBox="1"/>
              <p:nvPr/>
            </p:nvSpPr>
            <p:spPr>
              <a:xfrm>
                <a:off x="5028806" y="3377755"/>
                <a:ext cx="3071867" cy="923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𝑃𝑆𝐷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3000" i="1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F2D0B8E-0DF9-F933-16DE-52AA72F08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806" y="3377755"/>
                <a:ext cx="3071867" cy="9233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850944-3EE2-1A1E-7127-016F1F57D61F}"/>
              </a:ext>
            </a:extLst>
          </p:cNvPr>
          <p:cNvSpPr txBox="1"/>
          <p:nvPr/>
        </p:nvSpPr>
        <p:spPr>
          <a:xfrm>
            <a:off x="4058091" y="3562453"/>
            <a:ext cx="5229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or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613F0E-5DF2-F780-E235-1A4740386D26}"/>
                  </a:ext>
                </a:extLst>
              </p:cNvPr>
              <p:cNvSpPr txBox="1"/>
              <p:nvPr/>
            </p:nvSpPr>
            <p:spPr>
              <a:xfrm>
                <a:off x="8249091" y="3562453"/>
                <a:ext cx="261661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𝑠𝑒𝑐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613F0E-5DF2-F780-E235-1A4740386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091" y="3562453"/>
                <a:ext cx="261661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ABCD58CA-4EB5-4B39-91A2-5E2B08461EAA}"/>
              </a:ext>
            </a:extLst>
          </p:cNvPr>
          <p:cNvSpPr txBox="1"/>
          <p:nvPr/>
        </p:nvSpPr>
        <p:spPr>
          <a:xfrm>
            <a:off x="6096000" y="1649500"/>
            <a:ext cx="3496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(</a:t>
            </a:r>
            <a:r>
              <a:rPr lang="zh-TW" altLang="en-US" sz="3000" dirty="0"/>
              <a:t>時間頻率能量守恆</a:t>
            </a:r>
            <a:r>
              <a:rPr lang="en-US" altLang="zh-TW" sz="3000" dirty="0"/>
              <a:t>)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40881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B1533C2-351A-C02E-0192-E9326B8C9BFE}"/>
                  </a:ext>
                </a:extLst>
              </p:cNvPr>
              <p:cNvSpPr txBox="1"/>
              <p:nvPr/>
            </p:nvSpPr>
            <p:spPr>
              <a:xfrm>
                <a:off x="0" y="2285571"/>
                <a:ext cx="12324207" cy="104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𝐵𝑃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B1533C2-351A-C02E-0192-E9326B8C9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85571"/>
                <a:ext cx="12324207" cy="10455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0AD520-7517-227C-F5C3-5F59504F2E69}"/>
                  </a:ext>
                </a:extLst>
              </p:cNvPr>
              <p:cNvSpPr txBox="1"/>
              <p:nvPr/>
            </p:nvSpPr>
            <p:spPr>
              <a:xfrm>
                <a:off x="180975" y="1577059"/>
                <a:ext cx="51807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0AD520-7517-227C-F5C3-5F59504F2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577059"/>
                <a:ext cx="518071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36063307-8C2C-BB70-515C-15A4AD2F5B93}"/>
              </a:ext>
            </a:extLst>
          </p:cNvPr>
          <p:cNvSpPr txBox="1"/>
          <p:nvPr/>
        </p:nvSpPr>
        <p:spPr>
          <a:xfrm>
            <a:off x="5610225" y="1577059"/>
            <a:ext cx="2369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(</a:t>
            </a:r>
            <a:r>
              <a:rPr lang="zh-TW" altLang="en-US" sz="2000" dirty="0"/>
              <a:t>時間域切成 </a:t>
            </a:r>
            <a:r>
              <a:rPr lang="en-US" altLang="zh-TW" sz="2000" dirty="0"/>
              <a:t>k</a:t>
            </a:r>
            <a:r>
              <a:rPr lang="zh-TW" altLang="en-US" sz="2000" dirty="0"/>
              <a:t> 等分</a:t>
            </a:r>
            <a:r>
              <a:rPr lang="en-US" altLang="zh-TW" sz="2000" dirty="0"/>
              <a:t>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9283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643253-70B5-A2AA-BB0D-C60EA8832392}"/>
                  </a:ext>
                </a:extLst>
              </p:cNvPr>
              <p:cNvSpPr txBox="1"/>
              <p:nvPr/>
            </p:nvSpPr>
            <p:spPr>
              <a:xfrm>
                <a:off x="414584" y="152128"/>
                <a:ext cx="5023939" cy="996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TW" altLang="en-US" sz="3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TW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3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3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3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3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TW" sz="3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6643253-70B5-A2AA-BB0D-C60EA8832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4" y="152128"/>
                <a:ext cx="5023939" cy="996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07E8F6-067C-B5AF-26A1-F8183D9683DB}"/>
                  </a:ext>
                </a:extLst>
              </p:cNvPr>
              <p:cNvSpPr txBox="1"/>
              <p:nvPr/>
            </p:nvSpPr>
            <p:spPr>
              <a:xfrm>
                <a:off x="414584" y="1507410"/>
                <a:ext cx="311598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𝐹𝐹𝑇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07E8F6-067C-B5AF-26A1-F8183D968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4" y="1507410"/>
                <a:ext cx="31159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B1533C2-351A-C02E-0192-E9326B8C9BFE}"/>
                  </a:ext>
                </a:extLst>
              </p:cNvPr>
              <p:cNvSpPr txBox="1"/>
              <p:nvPr/>
            </p:nvSpPr>
            <p:spPr>
              <a:xfrm>
                <a:off x="414584" y="2332270"/>
                <a:ext cx="307186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𝑃𝑆𝐷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B1533C2-351A-C02E-0192-E9326B8C9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4" y="2332270"/>
                <a:ext cx="30718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D0D37CC-2F75-8116-FA01-2385DC2EA873}"/>
                  </a:ext>
                </a:extLst>
              </p:cNvPr>
              <p:cNvSpPr txBox="1"/>
              <p:nvPr/>
            </p:nvSpPr>
            <p:spPr>
              <a:xfrm>
                <a:off x="414584" y="3157130"/>
                <a:ext cx="4042582" cy="11202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𝐵𝑃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𝑃𝑆𝐷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D0D37CC-2F75-8116-FA01-2385DC2EA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84" y="3157130"/>
                <a:ext cx="4042582" cy="1120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F2D0B8E-0DF9-F933-16DE-52AA72F0830A}"/>
                  </a:ext>
                </a:extLst>
              </p:cNvPr>
              <p:cNvSpPr txBox="1"/>
              <p:nvPr/>
            </p:nvSpPr>
            <p:spPr>
              <a:xfrm>
                <a:off x="4904981" y="2101405"/>
                <a:ext cx="3071867" cy="923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𝑃𝑆𝐷</m:t>
                      </m:r>
                      <m:d>
                        <m:d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3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3000" i="1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F2D0B8E-0DF9-F933-16DE-52AA72F08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981" y="2101405"/>
                <a:ext cx="3071867" cy="9233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F850944-3EE2-1A1E-7127-016F1F57D61F}"/>
              </a:ext>
            </a:extLst>
          </p:cNvPr>
          <p:cNvSpPr txBox="1"/>
          <p:nvPr/>
        </p:nvSpPr>
        <p:spPr>
          <a:xfrm>
            <a:off x="3934266" y="2286103"/>
            <a:ext cx="5229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or</a:t>
            </a:r>
            <a:endParaRPr lang="zh-TW" altLang="en-US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613F0E-5DF2-F780-E235-1A4740386D26}"/>
                  </a:ext>
                </a:extLst>
              </p:cNvPr>
              <p:cNvSpPr txBox="1"/>
              <p:nvPr/>
            </p:nvSpPr>
            <p:spPr>
              <a:xfrm>
                <a:off x="8125266" y="2286103"/>
                <a:ext cx="261661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𝑠𝑒𝑐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613F0E-5DF2-F780-E235-1A4740386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266" y="2286103"/>
                <a:ext cx="261661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ABCD58CA-4EB5-4B39-91A2-5E2B08461EAA}"/>
              </a:ext>
            </a:extLst>
          </p:cNvPr>
          <p:cNvSpPr txBox="1"/>
          <p:nvPr/>
        </p:nvSpPr>
        <p:spPr>
          <a:xfrm>
            <a:off x="5972175" y="373150"/>
            <a:ext cx="3496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(</a:t>
            </a:r>
            <a:r>
              <a:rPr lang="zh-TW" altLang="en-US" sz="3000" dirty="0"/>
              <a:t>時間頻率能量守恆</a:t>
            </a:r>
            <a:r>
              <a:rPr lang="en-US" altLang="zh-TW" sz="3000" dirty="0"/>
              <a:t>)</a:t>
            </a:r>
            <a:endParaRPr lang="zh-TW" altLang="en-US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26254CE9-ECDA-D329-B934-7D0DD9015DFC}"/>
                  </a:ext>
                </a:extLst>
              </p:cNvPr>
              <p:cNvSpPr txBox="1"/>
              <p:nvPr/>
            </p:nvSpPr>
            <p:spPr>
              <a:xfrm>
                <a:off x="0" y="5451923"/>
                <a:ext cx="11437298" cy="10943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𝐵𝑃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p>
                            <m:sSup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26254CE9-ECDA-D329-B934-7D0DD9015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51923"/>
                <a:ext cx="11437298" cy="10943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7C77C28-4FF1-584A-D929-09C1EBDD8ACC}"/>
                  </a:ext>
                </a:extLst>
              </p:cNvPr>
              <p:cNvSpPr txBox="1"/>
              <p:nvPr/>
            </p:nvSpPr>
            <p:spPr>
              <a:xfrm>
                <a:off x="219075" y="4570277"/>
                <a:ext cx="51807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7C77C28-4FF1-584A-D929-09C1EBDD8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570277"/>
                <a:ext cx="518071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154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120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奕丞 林</dc:creator>
  <cp:lastModifiedBy>奕丞 林</cp:lastModifiedBy>
  <cp:revision>34</cp:revision>
  <dcterms:created xsi:type="dcterms:W3CDTF">2023-07-06T02:49:10Z</dcterms:created>
  <dcterms:modified xsi:type="dcterms:W3CDTF">2023-07-07T04:27:35Z</dcterms:modified>
</cp:coreProperties>
</file>